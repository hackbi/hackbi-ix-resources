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80" r:id="rId11"/>
    <p:sldId id="267" r:id="rId12"/>
    <p:sldId id="268" r:id="rId13"/>
    <p:sldId id="258" r:id="rId14"/>
    <p:sldId id="269" r:id="rId15"/>
    <p:sldId id="279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80D6E-AA5A-44B6-B0B4-1D341209C385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27DEC-E5E5-4AAA-90D3-9AE067EC3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7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21B2-F7E7-4587-A52F-D55803F3D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BDD1A-3102-4974-A8B0-527D199F4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69DDB-91ED-441D-9FC2-0C2BEF8F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EDF1A-0130-459E-81DC-A38F6FAAE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83522-76D3-4948-B2F6-8A9D241F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2B77C-E7CE-4003-A06C-28F3E41F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BDE4-640F-4880-BFF8-D796CA503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2A44A-ED1A-4738-BBF4-E121AA1A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3875B-EA11-4A09-97C2-E6C7273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92719-660F-4A39-A892-4FAA7355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22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5786-FD1D-44F0-98A3-02B91383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390E1-CA7C-4BA2-9AC0-4BB5DDB80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D243-795E-4983-9290-706EC4FD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AEC4-0F2D-4BF8-BFA1-089778DF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DE967-72CC-47EB-A42E-A2A1B465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1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B5FA-DF26-40A6-AA41-3A738B93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F7714-A6E9-447B-AF9E-7EF29B903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BE16A-A2F7-4732-8B83-4A6939B1F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EB498-A413-4DFC-B1F1-308E19161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53943-FDF6-4AB3-9ADE-C74983E9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09219-E59F-43A3-B9E4-D765C2FF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7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B18EE-B8DC-4D9E-862A-0B88A2771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BF546-A263-43FE-9A13-D81902936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B56494-7F40-4FE1-8423-66C76D876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49F60-7449-400E-ABAB-E35ADC754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DFD51-8BBC-4813-BC27-81F539311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59548A-D58B-42F5-BFD7-4413C2CD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90B7F-8159-4009-A545-2684BA59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7CEDFD-2E22-40ED-8D3A-D88B52C3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6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C115E-A72D-4902-A26D-C7F29433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4510D-AFF2-4D04-B0B5-63C9E965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BD1AA-7909-4FD6-A7B9-592C34E9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45DA9-FF02-411B-A7D8-11EC119D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1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FDEC83-5BA8-48B9-BC13-6EADAF5C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D3511-7EB0-426B-93B0-C03F9703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4788E-CD1E-4E2B-B18B-117D225C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27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0C88-2044-434A-A88C-D97D20495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FFE8-9F07-4387-B3C4-60B349AA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FD3BD-E14B-456E-B701-1FB2A89D8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2281C-6770-4129-B465-103807DA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FDF4A-37D8-43FE-A264-11018472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4E8C1-A8EA-4226-B436-BEE974DD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6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4B184-1059-4364-9048-51338D8C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C3CC-73CD-403C-BDFE-44FD05552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5E099-D4F7-46EF-A585-CBBA1F592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CD1E8-7758-4B79-91D3-13B70BC2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8A8CA-CD5E-4584-9AFF-037D8567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23095-BA24-493C-919A-D2E65076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49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E655-5998-4F44-98F1-897C04655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1F788-D8DD-48CB-A950-BBB742343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B179-1B94-46D5-9DBF-9A6FB600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49825-0570-4397-8317-09322239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8906A-D66D-480F-A28D-9BC99887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8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19B07-1E68-4FEE-9EFC-BC72936AE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0AD86-448A-482F-891F-B27C8A488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74224-E5EE-41D2-874F-3A0F00DF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03B2-4889-4CDD-A613-868AF2EF4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85B2E-3370-4390-A5BF-5BF912C9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93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25B86-F274-4749-8101-429F1EB0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508A9-A1FE-474E-920A-717FA01AC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24AFA-FA1D-4C3B-A441-059FCF5B9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23C86-D629-4296-9013-EDD4EBD91A02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B124B-3E0A-4F3F-95B0-1EB1D46B1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291E3-6089-4D77-8CC8-8ECF81A67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EC7B5-D91C-44EB-B02F-57EA3AEFE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1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E8FAAE-A05A-4473-B055-3AB464DA1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Introduction to Web-Development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FECBE-8F91-408B-A716-FF427B17A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HTML and Javascript</a:t>
            </a:r>
          </a:p>
          <a:p>
            <a:pPr algn="l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HTML – Slides 2-12</a:t>
            </a:r>
          </a:p>
          <a:p>
            <a:pPr algn="l"/>
            <a:r>
              <a:rPr lang="en-US" dirty="0">
                <a:latin typeface="Biome" panose="020B0503030204020804" pitchFamily="34" charset="0"/>
                <a:cs typeface="Biome" panose="020B0503030204020804" pitchFamily="34" charset="0"/>
              </a:rPr>
              <a:t>JavaScript – Slides 13-22</a:t>
            </a:r>
          </a:p>
        </p:txBody>
      </p:sp>
    </p:spTree>
    <p:extLst>
      <p:ext uri="{BB962C8B-B14F-4D97-AF65-F5344CB8AC3E}">
        <p14:creationId xmlns:p14="http://schemas.microsoft.com/office/powerpoint/2010/main" val="410611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HTML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179887" cy="37623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What is HTML?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How to make basic HTML document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Basic commands in HTML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How output is presented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Further applications of HTML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906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34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00074"/>
            <a:ext cx="3932237" cy="904875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What Is HTML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62098"/>
            <a:ext cx="4179887" cy="413385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Hypertext Markup Language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 beginner friendly language used for web design in addition to CSS (Cascading Style Sheets) and JavaScript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Main programming language of the Internet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Read top to bottom!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7E2F43-0BBB-4307-A144-4714377C42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349" t="5116" r="4973" b="4281"/>
          <a:stretch/>
        </p:blipFill>
        <p:spPr>
          <a:xfrm>
            <a:off x="4953000" y="1609724"/>
            <a:ext cx="7045960" cy="394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7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How to Create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HTML Doc.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179887" cy="37623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Open Visual Studio Code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“File” in top left corner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“New Text File”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Choose language as HTML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FEAB7-0D0D-49E7-A75F-E113BABB2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266450"/>
            <a:ext cx="4582164" cy="358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07E5D-FCB7-4F79-B967-5F20FE2C76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8761"/>
          <a:stretch/>
        </p:blipFill>
        <p:spPr>
          <a:xfrm>
            <a:off x="7172327" y="2545749"/>
            <a:ext cx="4857208" cy="40458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61B17D-30D5-4106-8513-B996CE05523B}"/>
              </a:ext>
            </a:extLst>
          </p:cNvPr>
          <p:cNvSpPr/>
          <p:nvPr/>
        </p:nvSpPr>
        <p:spPr>
          <a:xfrm>
            <a:off x="5588000" y="742950"/>
            <a:ext cx="1239520" cy="3238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EEBD61-AC60-4320-BE0F-518D2DDDEF31}"/>
              </a:ext>
            </a:extLst>
          </p:cNvPr>
          <p:cNvSpPr/>
          <p:nvPr/>
        </p:nvSpPr>
        <p:spPr>
          <a:xfrm>
            <a:off x="7292974" y="4781799"/>
            <a:ext cx="1279525" cy="371225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14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Commands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Guide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3"/>
            <a:ext cx="4179887" cy="4018323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Comments, &lt;!DOCTYPE html&gt;, and &lt;html&gt;</a:t>
            </a:r>
          </a:p>
          <a:p>
            <a:pPr marL="285750" indent="-285750">
              <a:buFontTx/>
              <a:buChar char="-"/>
            </a:pP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&lt;head&gt;, &lt;title&gt;, and &lt;body&gt;</a:t>
            </a:r>
          </a:p>
          <a:p>
            <a:pPr marL="285750" indent="-285750">
              <a:buFontTx/>
              <a:buChar char="-"/>
            </a:pP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&lt;h1&gt; and &lt;h2&gt;, etc., and &lt;</a:t>
            </a:r>
            <a:r>
              <a:rPr lang="en-US" sz="2600" dirty="0" err="1">
                <a:latin typeface="Biome" panose="020B0503030204020804" pitchFamily="34" charset="0"/>
                <a:cs typeface="Biome" panose="020B0503030204020804" pitchFamily="34" charset="0"/>
              </a:rPr>
              <a:t>hr</a:t>
            </a: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&gt;</a:t>
            </a:r>
          </a:p>
          <a:p>
            <a:pPr marL="285750" indent="-285750">
              <a:buFontTx/>
              <a:buChar char="-"/>
            </a:pP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&lt;p&gt;, &lt;a&gt;, &lt;ul&gt;, and &lt;li&gt;</a:t>
            </a:r>
          </a:p>
          <a:p>
            <a:pPr marL="285750" indent="-285750">
              <a:buFontTx/>
              <a:buChar char="-"/>
            </a:pPr>
            <a:r>
              <a:rPr lang="en-US" sz="2600" dirty="0">
                <a:latin typeface="Biome" panose="020B0503030204020804" pitchFamily="34" charset="0"/>
                <a:cs typeface="Biome" panose="020B0503030204020804" pitchFamily="34" charset="0"/>
              </a:rPr>
              <a:t>**CSS Commands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4D9A2-3E65-4EA6-9811-7C3731FF8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675" y="1648438"/>
            <a:ext cx="6694748" cy="401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16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941887" cy="16002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Comments, &lt;!DOCTYPE html&gt;,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and &lt;html&gt;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81224"/>
            <a:ext cx="10047287" cy="240030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Comments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 are formatted as: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&lt;!-- WORDS --&gt;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Allow you to write without it impacting your output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&lt;!DOCTYPE html&gt;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declares the file type to be HTML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&lt;html&gt;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begins the HTML page; must also be closed at the end of the file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  <a:p>
            <a:pPr marL="285750" indent="-285750">
              <a:buFontTx/>
              <a:buChar char="-"/>
            </a:pPr>
            <a:endParaRPr lang="en-US" sz="2400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5A9D2E-39BE-4E90-8454-842DCF0CB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826" y="4581525"/>
            <a:ext cx="9218347" cy="209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7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618" y="457200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&lt;head&gt;, &lt;title&gt;,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and &lt;body&gt;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5618" y="2171699"/>
            <a:ext cx="11618912" cy="23145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&lt;head&gt;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&lt;/head&gt;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section where page information can be declared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&lt;title&gt;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&lt;/title&gt;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names the webpage tab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&lt;body&gt;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&lt;/body&gt;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contains all the code for what is visible on the page; “body” of the document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C8F60A-4F00-440E-829F-F453FBF0C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01" y="4305132"/>
            <a:ext cx="7144747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3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13212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&lt;h1&gt; and &lt;h2&gt;,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etc. and &lt;</a:t>
            </a:r>
            <a:r>
              <a:rPr lang="en-US" sz="4000" u="sng" dirty="0" err="1">
                <a:latin typeface="Biome" panose="020B0503030204020804" pitchFamily="34" charset="0"/>
                <a:cs typeface="Biome" panose="020B0503030204020804" pitchFamily="34" charset="0"/>
              </a:rPr>
              <a:t>hr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81224"/>
            <a:ext cx="10561637" cy="22002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&lt;h1&gt;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&lt;/h1&gt;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a header on the page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&lt;h2&gt;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&lt;/h2&gt;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, etc.: further headers or sub-headers for sections; new headers can be signified by increasing numbers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hr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horizontal line break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br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page break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F618BA-FCD5-40CC-88B2-8B2E295C5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811" y="4505324"/>
            <a:ext cx="3432128" cy="9240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2D1161-D0D5-43D9-89DC-EBDE123D8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412" y="4505323"/>
            <a:ext cx="4049777" cy="9240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C3D43B-DE62-485C-839B-13192E5B8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5710218"/>
            <a:ext cx="7545692" cy="8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8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&lt;a&gt;, &lt;p&gt;, &lt;ul&gt;,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and &lt;li&gt;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5151437" cy="37623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&lt;a&gt;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 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&lt;/a&gt;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a hyperlink that can be clicked on within the webpage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&lt;p&gt;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 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&lt;/p&gt;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a “paragraph”/line to be printed on the webpage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&lt;ul&gt;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 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&lt;/ul&gt;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a list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&lt;li&gt;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&lt;/li&gt;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bullet points within a list; are printed in the order they are typed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838AD-450E-46E9-A336-B7A9B3F9D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7" y="4062412"/>
            <a:ext cx="5682094" cy="2355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7C514C-E8CB-424B-9A1B-D24F5EB73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1801148"/>
            <a:ext cx="6048375" cy="19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4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**CSS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Commands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**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3"/>
            <a:ext cx="5151437" cy="415290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&lt;style&gt;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&lt;/style&gt;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creates the “block” of code which you can further edit the appearance of the webpage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body {_}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contains lines addressing the body of the page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h1 {_} 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h2 {_}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addresses appearance of headers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&lt;p&gt;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addresses appearance of &lt;p&gt; lines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3B24C3-1920-4B79-8599-6040D43D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1724025"/>
            <a:ext cx="6004490" cy="477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74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838199"/>
            <a:ext cx="2360612" cy="828675"/>
          </a:xfrm>
        </p:spPr>
        <p:txBody>
          <a:bodyPr>
            <a:normAutofit/>
          </a:bodyPr>
          <a:lstStyle/>
          <a:p>
            <a:r>
              <a:rPr lang="en-US" sz="4400" u="sng" dirty="0">
                <a:latin typeface="Biome" panose="020B0503030204020804" pitchFamily="34" charset="0"/>
                <a:cs typeface="Biome" panose="020B0503030204020804" pitchFamily="34" charset="0"/>
              </a:rPr>
              <a:t>Output</a:t>
            </a:r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 </a:t>
            </a:r>
            <a:endParaRPr lang="en-US" sz="4000" u="sng" dirty="0"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85924"/>
            <a:ext cx="4475162" cy="412432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the “Run” option in the top left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Choose “Run Without Debugging”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You will be prompted to choose from different options to open your webpage: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We recommend choosing your browser, so most likely Chrome or Edge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88341F-958C-4988-8C92-2D94B5154C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251"/>
          <a:stretch/>
        </p:blipFill>
        <p:spPr>
          <a:xfrm>
            <a:off x="5314950" y="1059376"/>
            <a:ext cx="5975500" cy="20743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1C7E57-BDCD-490A-835A-D7A9505D1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3028949"/>
            <a:ext cx="5497582" cy="3429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473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Further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Applications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10399712" cy="2857502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Websites cannot be published without purchasing a domain, BUT…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They can be shared through websites like GitHub, which you can upload your code to share with others!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As was said earlier, HTML is a great basis for further website development.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Come to the JavaScript workshop to learn more :p!</a:t>
            </a:r>
          </a:p>
        </p:txBody>
      </p:sp>
      <p:pic>
        <p:nvPicPr>
          <p:cNvPr id="1026" name="Picture 2" descr="Other html 5 Icon | Plex Iconpack | Cornmanthe3rd">
            <a:extLst>
              <a:ext uri="{FF2B5EF4-FFF2-40B4-BE49-F238E27FC236}">
                <a16:creationId xmlns:a16="http://schemas.microsoft.com/office/drawing/2014/main" id="{8169EC0C-8C92-4CDE-806B-601F408B0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100" y="0"/>
            <a:ext cx="14859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5BF14-7E5E-4510-B945-C8CD79D0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5174552"/>
            <a:ext cx="11591925" cy="1551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9E88B0-14DE-4C6B-969C-27AAE4F32CAC}"/>
              </a:ext>
            </a:extLst>
          </p:cNvPr>
          <p:cNvSpPr/>
          <p:nvPr/>
        </p:nvSpPr>
        <p:spPr>
          <a:xfrm>
            <a:off x="9020175" y="6096000"/>
            <a:ext cx="1314450" cy="5524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93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/>
          <a:stretch/>
        </p:blipFill>
        <p:spPr bwMode="auto">
          <a:xfrm>
            <a:off x="5743892" y="988679"/>
            <a:ext cx="5608320" cy="488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JavaScript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Introduction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427537" cy="39909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What is JavaScript used for?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How to make basic HTML/JavaScript document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Basic commands in JavaScript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How output is presented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Further applications of JavaScript</a:t>
            </a:r>
          </a:p>
        </p:txBody>
      </p:sp>
    </p:spTree>
    <p:extLst>
      <p:ext uri="{BB962C8B-B14F-4D97-AF65-F5344CB8AC3E}">
        <p14:creationId xmlns:p14="http://schemas.microsoft.com/office/powerpoint/2010/main" val="3937357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4503737" cy="16002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What is JavaScript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Used For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427537" cy="39909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JavaScript is a programming language associated with web design, but can stand on its own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HTML provides a base for JavaScript and CSS (Cascading Style Sheets) to build on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Makes “prettier”/actual appearance vs. function</a:t>
            </a:r>
          </a:p>
        </p:txBody>
      </p:sp>
      <p:pic>
        <p:nvPicPr>
          <p:cNvPr id="2" name="Picture 2" descr="Top 10 Applications of JavaScript (2024) - InterviewBit">
            <a:extLst>
              <a:ext uri="{FF2B5EF4-FFF2-40B4-BE49-F238E27FC236}">
                <a16:creationId xmlns:a16="http://schemas.microsoft.com/office/drawing/2014/main" id="{A8CA8B03-63DD-4044-8071-76043379E8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96" b="16315"/>
          <a:stretch/>
        </p:blipFill>
        <p:spPr bwMode="auto">
          <a:xfrm>
            <a:off x="8210550" y="3269927"/>
            <a:ext cx="3490914" cy="326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op 10 Applications of JavaScript (2024) - InterviewBit">
            <a:extLst>
              <a:ext uri="{FF2B5EF4-FFF2-40B4-BE49-F238E27FC236}">
                <a16:creationId xmlns:a16="http://schemas.microsoft.com/office/drawing/2014/main" id="{137C72C6-7944-409C-846C-B9E601EEE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96" b="16315"/>
          <a:stretch/>
        </p:blipFill>
        <p:spPr bwMode="auto">
          <a:xfrm>
            <a:off x="5491160" y="617749"/>
            <a:ext cx="3490915" cy="326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945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DB0-9267-4C65-A5B8-C8F3AC2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79887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How to Make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JavaScript Doc.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781D7-B086-4600-B3D7-8834D232E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1688" y="2181224"/>
            <a:ext cx="4313237" cy="42957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Open Visual Studio Code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“File” in top left corner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“New Text File”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Choose language as HTML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You can do a JavaScript only file, but we are using it to build off HTML due to their common use together!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FEAB7-0D0D-49E7-A75F-E113BABB2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66450"/>
            <a:ext cx="4582164" cy="358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907E5D-FCB7-4F79-B967-5F20FE2C76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761"/>
          <a:stretch/>
        </p:blipFill>
        <p:spPr>
          <a:xfrm>
            <a:off x="7172327" y="2545749"/>
            <a:ext cx="4857208" cy="40458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961B17D-30D5-4106-8513-B996CE05523B}"/>
              </a:ext>
            </a:extLst>
          </p:cNvPr>
          <p:cNvSpPr/>
          <p:nvPr/>
        </p:nvSpPr>
        <p:spPr>
          <a:xfrm>
            <a:off x="5788025" y="733425"/>
            <a:ext cx="1239520" cy="3238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62C3F9-1642-4B82-9370-910193F8A881}"/>
              </a:ext>
            </a:extLst>
          </p:cNvPr>
          <p:cNvSpPr/>
          <p:nvPr/>
        </p:nvSpPr>
        <p:spPr>
          <a:xfrm>
            <a:off x="7292974" y="4781799"/>
            <a:ext cx="1279525" cy="371225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F8FF0752-2678-4BD1-8E3F-3EB759845D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BA8B796C-4534-4901-8338-97C3C35BC570}"/>
              </a:ext>
            </a:extLst>
          </p:cNvPr>
          <p:cNvSpPr/>
          <p:nvPr/>
        </p:nvSpPr>
        <p:spPr>
          <a:xfrm>
            <a:off x="7172327" y="6296025"/>
            <a:ext cx="2076448" cy="295525"/>
          </a:xfrm>
          <a:prstGeom prst="ellipse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8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Command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Guide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084637" cy="39909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&lt;button&gt; </a:t>
            </a:r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and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&lt;input&gt;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&lt;script&gt;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let _ = _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Functions</a:t>
            </a:r>
            <a:r>
              <a:rPr lang="en-US" sz="2800" dirty="0">
                <a:latin typeface="Biome" panose="020B0503030204020804" pitchFamily="34" charset="0"/>
                <a:cs typeface="Biome" panose="020B0503030204020804" pitchFamily="34" charset="0"/>
              </a:rPr>
              <a:t>!!!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9A2D60-5EAF-466B-9BA3-3FE79D9A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745530"/>
            <a:ext cx="5881142" cy="560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00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913312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&lt;button&gt; and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&lt;input&gt;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10512424" cy="180022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&lt;button&gt;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can be used to reset or submit a form, as well as trigger JavaScript code (like it does in our program)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It triggers the functions “</a:t>
            </a:r>
            <a:r>
              <a:rPr lang="en-US" sz="2200" dirty="0" err="1">
                <a:latin typeface="Biome" panose="020B0503030204020804" pitchFamily="34" charset="0"/>
                <a:cs typeface="Biome" panose="020B0503030204020804" pitchFamily="34" charset="0"/>
              </a:rPr>
              <a:t>printHello</a:t>
            </a: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” and “</a:t>
            </a:r>
            <a:r>
              <a:rPr lang="en-US" sz="2200" dirty="0" err="1">
                <a:latin typeface="Biome" panose="020B0503030204020804" pitchFamily="34" charset="0"/>
                <a:cs typeface="Biome" panose="020B0503030204020804" pitchFamily="34" charset="0"/>
              </a:rPr>
              <a:t>calculateArea</a:t>
            </a: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”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&lt;input&gt;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declares where a user can put input, as well as what type of input it is (number, word, etc.)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Biome" panose="020B0503030204020804" pitchFamily="34" charset="0"/>
              <a:cs typeface="Biome" panose="020B05030302040208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2E05D5-2F7D-427B-9B53-ED98B0387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890" y="4209888"/>
            <a:ext cx="6954220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00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&lt;script&gt;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3"/>
            <a:ext cx="4427537" cy="3757915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&lt;script&gt;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allows us to input JavaScript code into HTML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By inputting JavaScript, we can make our output be more interactive and dynamic!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Can also be used to import images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Must be closed at the end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8E6082-0CF4-4E99-BF40-E8A9A83E7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217" y="1666874"/>
            <a:ext cx="6417362" cy="375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38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let _ = _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8942387" cy="118110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let _ = _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 declares what a variable will be valued as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Fundamental + very important command for everything but specially making functions!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DF03FF-1FC8-4871-8301-4A8F523E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96" y="3633789"/>
            <a:ext cx="11386207" cy="233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53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Functions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4065587" cy="3990976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Biome" panose="020B0503030204020804" pitchFamily="34" charset="0"/>
                <a:cs typeface="Biome" panose="020B0503030204020804" pitchFamily="34" charset="0"/>
              </a:rPr>
              <a:t>Functions</a:t>
            </a: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Repeatable blocks of code that can be called multiple times in multiple places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More “flexible” than functions in Java or other traditional coding apps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EAEDD-858E-4BA8-9F23-F1F2464A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03" y="1481536"/>
            <a:ext cx="6900250" cy="407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89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4"/>
            <a:ext cx="2446337" cy="847725"/>
          </a:xfrm>
        </p:spPr>
        <p:txBody>
          <a:bodyPr>
            <a:normAutofit/>
          </a:bodyPr>
          <a:lstStyle/>
          <a:p>
            <a:r>
              <a:rPr lang="en-US" sz="4400" u="sng" dirty="0">
                <a:latin typeface="Biome" panose="020B0503030204020804" pitchFamily="34" charset="0"/>
                <a:cs typeface="Biome" panose="020B0503030204020804" pitchFamily="34" charset="0"/>
              </a:rPr>
              <a:t>Output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81173"/>
            <a:ext cx="4427537" cy="428625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Click the “Run” option in the top left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Choose “Run Without Debugging”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You will be prompted to choose from different options to open your webpage:</a:t>
            </a:r>
          </a:p>
          <a:p>
            <a:pPr marL="742950" lvl="1" indent="-285750">
              <a:buFontTx/>
              <a:buChar char="-"/>
            </a:pPr>
            <a:r>
              <a:rPr lang="en-US" sz="2200" dirty="0">
                <a:latin typeface="Biome" panose="020B0503030204020804" pitchFamily="34" charset="0"/>
                <a:cs typeface="Biome" panose="020B0503030204020804" pitchFamily="34" charset="0"/>
              </a:rPr>
              <a:t>We recommend choosing your browser, so most likely Chrome or Edge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ABD6C2-1607-46C3-9354-0F7E183BB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325" y="1866709"/>
            <a:ext cx="6713536" cy="33992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0245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con Request: fa-javascript OR fa-js · Issue #11419 ·  FortAwesome/Font-Awesome">
            <a:extLst>
              <a:ext uri="{FF2B5EF4-FFF2-40B4-BE49-F238E27FC236}">
                <a16:creationId xmlns:a16="http://schemas.microsoft.com/office/drawing/2014/main" id="{CF78E0A6-1AE6-40BB-9539-B1D10A91A9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65" t="24183"/>
          <a:stretch/>
        </p:blipFill>
        <p:spPr bwMode="auto">
          <a:xfrm>
            <a:off x="10229850" y="133349"/>
            <a:ext cx="1855786" cy="122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3C4917-CCD9-4D5B-A933-6E2A693A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iome" panose="020B0503030204020804" pitchFamily="34" charset="0"/>
                <a:cs typeface="Biome" panose="020B0503030204020804" pitchFamily="34" charset="0"/>
              </a:rPr>
              <a:t>Further </a:t>
            </a:r>
            <a:r>
              <a:rPr lang="en-US" sz="4000" u="sng" dirty="0">
                <a:latin typeface="Biome" panose="020B0503030204020804" pitchFamily="34" charset="0"/>
                <a:cs typeface="Biome" panose="020B0503030204020804" pitchFamily="34" charset="0"/>
              </a:rPr>
              <a:t>Applications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583FE5C-B622-4C9B-9C72-F4EF76E25D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81224"/>
            <a:ext cx="10037762" cy="1790701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JavaScript can be used on its own, as its own coding language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JavaScript is used throughout the world to better design interactive websites, software, and apps</a:t>
            </a:r>
          </a:p>
          <a:p>
            <a:pPr marL="285750" indent="-285750">
              <a:buFontTx/>
              <a:buChar char="-"/>
            </a:pPr>
            <a:r>
              <a:rPr lang="en-US" sz="2400" dirty="0">
                <a:latin typeface="Biome" panose="020B0503030204020804" pitchFamily="34" charset="0"/>
                <a:cs typeface="Biome" panose="020B0503030204020804" pitchFamily="34" charset="0"/>
              </a:rPr>
              <a:t>Can be shared through GitHub!!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044EE-7AA3-48BA-AA1E-7D1031D0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4850702"/>
            <a:ext cx="11591925" cy="15513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EAB931E-769A-4721-B966-3154640C86E8}"/>
              </a:ext>
            </a:extLst>
          </p:cNvPr>
          <p:cNvSpPr/>
          <p:nvPr/>
        </p:nvSpPr>
        <p:spPr>
          <a:xfrm>
            <a:off x="9020175" y="5772150"/>
            <a:ext cx="1314450" cy="5524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240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8992A-B38B-4E38-A139-5D238FC07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Thank you for attending Intro to Web-Development!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347B-B194-456B-8110-7389B6BE7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4825" y="4398682"/>
            <a:ext cx="7371976" cy="12972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Biome" panose="020B0503030204020804" pitchFamily="34" charset="0"/>
                <a:cs typeface="Biome" panose="020B0503030204020804" pitchFamily="34" charset="0"/>
              </a:rPr>
              <a:t>Happy coding everyone!!!</a:t>
            </a:r>
          </a:p>
        </p:txBody>
      </p:sp>
    </p:spTree>
    <p:extLst>
      <p:ext uri="{BB962C8B-B14F-4D97-AF65-F5344CB8AC3E}">
        <p14:creationId xmlns:p14="http://schemas.microsoft.com/office/powerpoint/2010/main" val="390388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4982</TotalTime>
  <Words>979</Words>
  <Application>Microsoft Office PowerPoint</Application>
  <PresentationFormat>Widescreen</PresentationFormat>
  <Paragraphs>109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Biome</vt:lpstr>
      <vt:lpstr>Calibri</vt:lpstr>
      <vt:lpstr>Calibri Light</vt:lpstr>
      <vt:lpstr>Office Theme</vt:lpstr>
      <vt:lpstr>Introduction to Web-Development</vt:lpstr>
      <vt:lpstr>HTML Introduction</vt:lpstr>
      <vt:lpstr>What Is HTML</vt:lpstr>
      <vt:lpstr>How to Create HTML Doc.</vt:lpstr>
      <vt:lpstr>Commands Guide</vt:lpstr>
      <vt:lpstr>Comments, &lt;!DOCTYPE html&gt;, and &lt;html&gt;</vt:lpstr>
      <vt:lpstr>&lt;head&gt;, &lt;title&gt;, and &lt;body&gt;</vt:lpstr>
      <vt:lpstr>&lt;h1&gt; and &lt;h2&gt;, etc. and &lt;hr&gt;</vt:lpstr>
      <vt:lpstr>&lt;a&gt;, &lt;p&gt;, &lt;ul&gt;, and &lt;li&gt;</vt:lpstr>
      <vt:lpstr>**CSS Commands**</vt:lpstr>
      <vt:lpstr>Output </vt:lpstr>
      <vt:lpstr>Further Applications</vt:lpstr>
      <vt:lpstr>JavaScript Introduction</vt:lpstr>
      <vt:lpstr>What is JavaScript Used For</vt:lpstr>
      <vt:lpstr>How to Make JavaScript Doc.</vt:lpstr>
      <vt:lpstr>Command Guide</vt:lpstr>
      <vt:lpstr>&lt;button&gt; and &lt;input&gt;</vt:lpstr>
      <vt:lpstr>&lt;script&gt;</vt:lpstr>
      <vt:lpstr>let _ = _</vt:lpstr>
      <vt:lpstr>Functions</vt:lpstr>
      <vt:lpstr>Output</vt:lpstr>
      <vt:lpstr>Further Applications</vt:lpstr>
      <vt:lpstr>Thank you for attending Intro to Web-Development!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Web-Development</dc:title>
  <dc:creator>va.cheatham@outlook.com</dc:creator>
  <cp:lastModifiedBy>va.cheatham@outlook.com</cp:lastModifiedBy>
  <cp:revision>39</cp:revision>
  <dcterms:created xsi:type="dcterms:W3CDTF">2026-01-08T08:28:23Z</dcterms:created>
  <dcterms:modified xsi:type="dcterms:W3CDTF">2026-01-12T13:11:20Z</dcterms:modified>
</cp:coreProperties>
</file>