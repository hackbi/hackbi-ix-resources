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5e6e00e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5e6e00e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5e6e00e5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5e6e00e5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5e6e00e5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5e6e00e5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5e6e00e5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5e6e00e5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2563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Robotics Workshop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Nate and Matthias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We Doing?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27750" y="1116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6237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325"/>
              <a:buFont typeface="Montserrat"/>
              <a:buChar char="●"/>
            </a:pPr>
            <a:r>
              <a:rPr lang="en" sz="2325">
                <a:latin typeface="Montserrat"/>
                <a:ea typeface="Montserrat"/>
                <a:cs typeface="Montserrat"/>
                <a:sym typeface="Montserrat"/>
              </a:rPr>
              <a:t>Purpose: Navigate a robot from the start point to the end goal without hitting walls.</a:t>
            </a:r>
            <a:endParaRPr sz="2325">
              <a:latin typeface="Montserrat"/>
              <a:ea typeface="Montserrat"/>
              <a:cs typeface="Montserrat"/>
              <a:sym typeface="Montserrat"/>
            </a:endParaRPr>
          </a:p>
          <a:p>
            <a:pPr indent="-37623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325"/>
              <a:buFont typeface="Montserrat"/>
              <a:buChar char="○"/>
            </a:pPr>
            <a:r>
              <a:rPr lang="en" sz="2325">
                <a:latin typeface="Montserrat"/>
                <a:ea typeface="Montserrat"/>
                <a:cs typeface="Montserrat"/>
                <a:sym typeface="Montserrat"/>
              </a:rPr>
              <a:t>The robot does not make decisions on its own</a:t>
            </a:r>
            <a:endParaRPr sz="2325">
              <a:latin typeface="Montserrat"/>
              <a:ea typeface="Montserrat"/>
              <a:cs typeface="Montserrat"/>
              <a:sym typeface="Montserrat"/>
            </a:endParaRPr>
          </a:p>
          <a:p>
            <a:pPr indent="-37623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325"/>
              <a:buFont typeface="Montserrat"/>
              <a:buChar char="○"/>
            </a:pPr>
            <a:r>
              <a:rPr lang="en" sz="2325">
                <a:latin typeface="Montserrat"/>
                <a:ea typeface="Montserrat"/>
                <a:cs typeface="Montserrat"/>
                <a:sym typeface="Montserrat"/>
              </a:rPr>
              <a:t>It follows commands exactly as given, in order</a:t>
            </a:r>
            <a:endParaRPr sz="2325">
              <a:latin typeface="Montserrat"/>
              <a:ea typeface="Montserrat"/>
              <a:cs typeface="Montserrat"/>
              <a:sym typeface="Montserrat"/>
            </a:endParaRPr>
          </a:p>
          <a:p>
            <a:pPr indent="-37623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325"/>
              <a:buFont typeface="Montserrat"/>
              <a:buChar char="○"/>
            </a:pPr>
            <a:r>
              <a:rPr lang="en" sz="2325">
                <a:latin typeface="Montserrat"/>
                <a:ea typeface="Montserrat"/>
                <a:cs typeface="Montserrat"/>
                <a:sym typeface="Montserrat"/>
              </a:rPr>
              <a:t>This activity focuses on logic, sequencing, and debugging, not coding skills</a:t>
            </a:r>
            <a:endParaRPr sz="258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the Robot Controlled?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005450"/>
            <a:ext cx="7846500" cy="3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No Coding Experience Required!!!!!!!!!!!!!!!!!!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Common commands: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1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○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Move Forward – move one space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1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○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Turn Left / Turn Right – change direction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1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○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Repeat – repeat a sequence of moves (optional)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How control works: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1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○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Commands are placed in a specific order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1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○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The robot follows them step by step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1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○"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Press Run to execute the instructions</a:t>
            </a:r>
            <a:endParaRPr sz="2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144925"/>
            <a:ext cx="7038900" cy="33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Ti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ps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Look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at the maze and plan the route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Enter the commands in the correct sequence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Run the robot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Observe the result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If the robot fails: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It may turn too early or too late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It may move too far or not far enough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A command may be missing or out of order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Fixing errors is called debugging: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Adjust commands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Re-run the maze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Repeat until successful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Complete the Maze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AutoNum type="arabicPeriod"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Have Fun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Remember: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Failure is natural, always try again!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